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4" r:id="rId12"/>
    <p:sldId id="265" r:id="rId13"/>
    <p:sldId id="271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9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824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86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514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864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04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7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608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92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8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257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4710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8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212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087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330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922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6590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0AD098-8311-84C2-6A7E-9F243FD0E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1199" y="1228086"/>
            <a:ext cx="8791575" cy="2387600"/>
          </a:xfrm>
        </p:spPr>
        <p:txBody>
          <a:bodyPr/>
          <a:lstStyle/>
          <a:p>
            <a:r>
              <a:rPr lang="pt-PT" dirty="0"/>
              <a:t>Robotica futurista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7B6ED52-5923-6F1F-1A2A-7A2E9261B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212" y="3615686"/>
            <a:ext cx="8791575" cy="1655762"/>
          </a:xfrm>
        </p:spPr>
        <p:txBody>
          <a:bodyPr/>
          <a:lstStyle/>
          <a:p>
            <a:pPr algn="ctr"/>
            <a:r>
              <a:rPr lang="pt-PT" b="1" dirty="0"/>
              <a:t>Tecnologia que respira. Futuro que avança.</a:t>
            </a:r>
            <a:br>
              <a:rPr lang="pt-PT" dirty="0"/>
            </a:br>
            <a:r>
              <a:rPr lang="pt-PT" b="1" dirty="0"/>
              <a:t>Inovações que inspiram. Um novo mundo se lança.</a:t>
            </a:r>
            <a:r>
              <a:rPr lang="pt-PT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5D93E-B739-A8F2-7869-02507F5F8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555" y="564094"/>
            <a:ext cx="2533042" cy="204491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18435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188B9-BA76-D148-F49B-DAE0A2EB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829" y="-21759"/>
            <a:ext cx="9905998" cy="1277235"/>
          </a:xfrm>
        </p:spPr>
        <p:txBody>
          <a:bodyPr/>
          <a:lstStyle/>
          <a:p>
            <a:r>
              <a:rPr lang="pt-PT" dirty="0"/>
              <a:t>Integrantes do grupo</a:t>
            </a:r>
          </a:p>
        </p:txBody>
      </p:sp>
    </p:spTree>
    <p:extLst>
      <p:ext uri="{BB962C8B-B14F-4D97-AF65-F5344CB8AC3E}">
        <p14:creationId xmlns:p14="http://schemas.microsoft.com/office/powerpoint/2010/main" val="1016872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xit" presetSubtype="21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798E-6CCF-61B8-3864-2AF68B84E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773" y="222733"/>
            <a:ext cx="9905998" cy="1478570"/>
          </a:xfrm>
        </p:spPr>
        <p:txBody>
          <a:bodyPr/>
          <a:lstStyle/>
          <a:p>
            <a:r>
              <a:rPr lang="pt-PT" dirty="0"/>
              <a:t>introdução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3DD7E-CD9B-C6E1-0690-7D2EFA78F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049" y="1701303"/>
            <a:ext cx="10663901" cy="5563619"/>
          </a:xfrm>
        </p:spPr>
        <p:txBody>
          <a:bodyPr>
            <a:normAutofit/>
          </a:bodyPr>
          <a:lstStyle/>
          <a:p>
            <a:r>
              <a:rPr lang="pt-PT" sz="2000" dirty="0"/>
              <a:t>O projeto apresenta um </a:t>
            </a:r>
            <a:r>
              <a:rPr lang="pt-PT" sz="2000" b="1" dirty="0"/>
              <a:t>site moderno, intuitivo e acessível</a:t>
            </a:r>
            <a:r>
              <a:rPr lang="pt-PT" sz="2000" dirty="0"/>
              <a:t>, desenvolvido em </a:t>
            </a:r>
            <a:r>
              <a:rPr lang="pt-PT" sz="2000" b="1" dirty="0"/>
              <a:t>HTML, CSS e JavaScript</a:t>
            </a:r>
            <a:r>
              <a:rPr lang="pt-PT" sz="2000" dirty="0"/>
              <a:t> e hospedado no </a:t>
            </a:r>
            <a:r>
              <a:rPr lang="pt-PT" sz="2000" b="1" dirty="0"/>
              <a:t>GitHub</a:t>
            </a:r>
            <a:r>
              <a:rPr lang="pt-PT" sz="2000" dirty="0"/>
              <a:t>. A plataforma combina </a:t>
            </a:r>
            <a:r>
              <a:rPr lang="pt-PT" sz="2000" b="1" dirty="0"/>
              <a:t>design elegante</a:t>
            </a:r>
            <a:r>
              <a:rPr lang="pt-PT" sz="2000" dirty="0"/>
              <a:t>, boa organização dos conteúdos e </a:t>
            </a:r>
            <a:r>
              <a:rPr lang="pt-PT" sz="2000" b="1" dirty="0"/>
              <a:t>interatividade</a:t>
            </a:r>
            <a:r>
              <a:rPr lang="pt-PT" sz="2000" dirty="0"/>
              <a:t>, oferecendo navegação clara e envolvente. Apesar de depender de internet e ter possíveis limitações em navegadores antigos, o site destaca-se pelo </a:t>
            </a:r>
            <a:r>
              <a:rPr lang="pt-PT" sz="2000" b="1" dirty="0"/>
              <a:t>acesso fácil</a:t>
            </a:r>
            <a:r>
              <a:rPr lang="pt-PT" sz="2000" dirty="0"/>
              <a:t> e uso de </a:t>
            </a:r>
            <a:r>
              <a:rPr lang="pt-PT" sz="2000" b="1" dirty="0"/>
              <a:t>tecnologias abertas</a:t>
            </a:r>
            <a:r>
              <a:rPr lang="pt-PT" sz="2000" dirty="0"/>
              <a:t>. Durante o desenvolvimento, desafios de responsividade, harmonia visual e integração gráfica foram superados, resultando num produto </a:t>
            </a:r>
            <a:r>
              <a:rPr lang="pt-PT" sz="2000" b="1" dirty="0"/>
              <a:t>profissional, funcional e atrativo</a:t>
            </a:r>
            <a:r>
              <a:rPr lang="pt-PT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4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F967-F245-2D69-A199-D6A2028D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Problemas encontrados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CCCAE-BD8E-9D01-15E3-4B4640AAE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Durante o desenvolvimento do site, enfrentámos desafios técnicos como o atraso de 3 segundos para o TechBot aparecer, a animação Scroll Reveal na galeria e a criação do carrossel 3D. Também usamos Local Storage na página de serviços por não trabalharmos com bancos de dados. Ajustar responsividade, desempenho e efeitos visuais exigiu testes e correções, mas no final encontramos soluções criativas que deixaram o site moderno, funcional e interativo.</a:t>
            </a:r>
          </a:p>
        </p:txBody>
      </p:sp>
    </p:spTree>
    <p:extLst>
      <p:ext uri="{BB962C8B-B14F-4D97-AF65-F5344CB8AC3E}">
        <p14:creationId xmlns:p14="http://schemas.microsoft.com/office/powerpoint/2010/main" val="211593590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 override="childStyle"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8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3"/>
      <p:bldP spid="2" grpId="4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70DBD-05E6-4E38-0DCE-3011F626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b="1" dirty="0"/>
              <a:t>justificativa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A888D-711C-E533-598D-EB0D650A2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87857"/>
            <a:ext cx="10131639" cy="4640239"/>
          </a:xfrm>
        </p:spPr>
        <p:txBody>
          <a:bodyPr>
            <a:normAutofit fontScale="85000" lnSpcReduction="10000"/>
          </a:bodyPr>
          <a:lstStyle/>
          <a:p>
            <a:r>
              <a:rPr lang="pt-PT" sz="3200" dirty="0"/>
              <a:t>A criação do site nasceu da necessidade de oferecer uma plataforma moderna, acessível e interativa, com conteúdo e design planejados para serem organizados e funcionais. Recursos como o TechBot e o carrossel 3D tornam a navegação mais dinâmica, e o uso de Local Storage ajuda no tratamento de dados temporários. O site foi hospedado no GitHub para facilitar acesso, controlo de versões e futuras melhorias. O projeto foi pensado para evoluir, incluindo integração com bancos de dados e novas funcionalidades, refletindo o esforço da equipa e o uso de tecnologias modernas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438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24A9-C29C-AEBA-D2C4-AE84FEB73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9377"/>
            <a:ext cx="9905998" cy="1478570"/>
          </a:xfrm>
        </p:spPr>
        <p:txBody>
          <a:bodyPr>
            <a:normAutofit/>
          </a:bodyPr>
          <a:lstStyle/>
          <a:p>
            <a:r>
              <a:rPr lang="pt-PT" dirty="0"/>
              <a:t>objectivos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2F2CD-1EBE-CFD9-8E81-5DDA9C93C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9659"/>
            <a:ext cx="9905999" cy="5754029"/>
          </a:xfrm>
        </p:spPr>
        <p:txBody>
          <a:bodyPr>
            <a:normAutofit fontScale="55000" lnSpcReduction="20000"/>
          </a:bodyPr>
          <a:lstStyle/>
          <a:p>
            <a:r>
              <a:rPr lang="pt-PT" sz="3200" b="1" dirty="0"/>
              <a:t>Objetivo Geral</a:t>
            </a:r>
          </a:p>
          <a:p>
            <a:r>
              <a:rPr lang="pt-PT" sz="3200" dirty="0"/>
              <a:t>Divulgar conteúdo educativo sobre robótica de forma interativa e futurista, proporcionando uma experiência imersiva que torne o aprendizado visual, dinâmico e acessível, despertando o interesse do público por tecnologia.</a:t>
            </a:r>
          </a:p>
          <a:p>
            <a:br>
              <a:rPr lang="pt-PT" sz="3200" dirty="0"/>
            </a:br>
            <a:endParaRPr lang="pt-PT" sz="3200" dirty="0"/>
          </a:p>
          <a:p>
            <a:r>
              <a:rPr lang="pt-PT" sz="3200" b="1" dirty="0"/>
              <a:t>Objetivos Específicos</a:t>
            </a:r>
          </a:p>
          <a:p>
            <a:r>
              <a:rPr lang="pt-PT" sz="3200" b="1" dirty="0"/>
              <a:t>Explicar os fundamentos da robótica e da inteligência artificial</a:t>
            </a:r>
            <a:r>
              <a:rPr lang="pt-PT" sz="3200" dirty="0"/>
              <a:t>, apresentando conceitos como sensores, atuadores e algoritmos de maneira simples e compreensível para todos os visitantes.</a:t>
            </a:r>
          </a:p>
          <a:p>
            <a:r>
              <a:rPr lang="pt-PT" sz="3200" b="1" dirty="0"/>
              <a:t>Demonstrar aplicações atuais e futuras da robótica</a:t>
            </a:r>
            <a:r>
              <a:rPr lang="pt-PT" sz="3200" dirty="0"/>
              <a:t>, mostrando como ela é utilizada na medicina, indústria, segurança, agricultura e em inovações tecnológicas.</a:t>
            </a:r>
          </a:p>
          <a:p>
            <a:r>
              <a:rPr lang="pt-PT" sz="3200" b="1" dirty="0"/>
              <a:t>Engajar o público com animações e interatividade</a:t>
            </a:r>
            <a:r>
              <a:rPr lang="pt-PT" sz="3200" dirty="0"/>
              <a:t>, utilizando recursos como o TechBot e carrosséis informativos para criar uma experiência mais dinâmica.</a:t>
            </a:r>
          </a:p>
          <a:p>
            <a:r>
              <a:rPr lang="pt-PT" sz="3200" b="1" dirty="0"/>
              <a:t>Incentivar a curiosidade e o interesse pela tecnologia</a:t>
            </a:r>
            <a:r>
              <a:rPr lang="pt-PT" sz="3200" dirty="0"/>
              <a:t>, motivando os visitantes a explorar, aprender mais e desenvolver gosto pela ciência e inovação</a:t>
            </a:r>
          </a:p>
          <a:p>
            <a:br>
              <a:rPr lang="pt-PT" dirty="0"/>
            </a:br>
            <a:endParaRPr lang="pt-PT" dirty="0"/>
          </a:p>
          <a:p>
            <a:pPr lvl="0"/>
            <a:endParaRPr lang="pt-PT" i="1" dirty="0"/>
          </a:p>
        </p:txBody>
      </p:sp>
    </p:spTree>
    <p:extLst>
      <p:ext uri="{BB962C8B-B14F-4D97-AF65-F5344CB8AC3E}">
        <p14:creationId xmlns:p14="http://schemas.microsoft.com/office/powerpoint/2010/main" val="49771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2157-62B9-4C5F-107E-766DC3A4D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Estilo do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B6EE6-0855-1A83-85CB-B0DF84DBF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pt-PT" dirty="0"/>
              <a:t>O site apresenta um </a:t>
            </a:r>
            <a:r>
              <a:rPr lang="pt-PT" b="1" dirty="0"/>
              <a:t>estilo futurista e tecnológico</a:t>
            </a:r>
            <a:r>
              <a:rPr lang="pt-PT" dirty="0"/>
              <a:t>, criado para transmitir modernidade e imersão no tema da robótica. A interface combina:</a:t>
            </a:r>
          </a:p>
          <a:p>
            <a:pPr algn="just"/>
            <a:r>
              <a:rPr lang="pt-PT" b="1" dirty="0"/>
              <a:t>Cores néon e tons metálicos</a:t>
            </a:r>
            <a:r>
              <a:rPr lang="pt-PT" dirty="0"/>
              <a:t>, que remetem ao ambiente digital avançado.</a:t>
            </a:r>
          </a:p>
          <a:p>
            <a:pPr algn="just"/>
            <a:r>
              <a:rPr lang="pt-PT" b="1" dirty="0"/>
              <a:t>Formas geométricas e animações suaves</a:t>
            </a:r>
            <a:r>
              <a:rPr lang="pt-PT" dirty="0"/>
              <a:t>, garantindo navegação dinâmica sem cansar o usuário.</a:t>
            </a:r>
          </a:p>
          <a:p>
            <a:pPr algn="just"/>
            <a:r>
              <a:rPr lang="pt-PT" b="1" dirty="0"/>
              <a:t>Tipografia moderna</a:t>
            </a:r>
            <a:r>
              <a:rPr lang="pt-PT" dirty="0"/>
              <a:t>, que reforça a estética “tech” e mantém a leitura limpa e confortável.</a:t>
            </a:r>
          </a:p>
          <a:p>
            <a:pPr algn="just"/>
            <a:r>
              <a:rPr lang="pt-PT" dirty="0"/>
              <a:t>Esse conjunto de elementos cria um visual coerente, atraente e motivador, especialmente para estudantes e entusiastas de tecnologia.</a:t>
            </a:r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5070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BD6AE-39DD-7F34-7323-E392D7CE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AEF2-68C6-6AF9-2556-09903F3D2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805" y="-228600"/>
            <a:ext cx="9905998" cy="1478570"/>
          </a:xfrm>
        </p:spPr>
        <p:txBody>
          <a:bodyPr/>
          <a:lstStyle/>
          <a:p>
            <a:r>
              <a:rPr lang="pt-PT" dirty="0"/>
              <a:t>Funcionalidade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7FF61-93A1-DF88-0DC3-70C18438F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196" y="798404"/>
            <a:ext cx="7691299" cy="5145196"/>
          </a:xfrm>
        </p:spPr>
        <p:txBody>
          <a:bodyPr numCol="1">
            <a:noAutofit/>
          </a:bodyPr>
          <a:lstStyle/>
          <a:p>
            <a:pPr algn="just"/>
            <a:r>
              <a:rPr lang="pt-PT" sz="1800" b="1" dirty="0"/>
              <a:t>Carrossel página inicial </a:t>
            </a:r>
            <a:r>
              <a:rPr lang="pt-PT" sz="1400" b="1" dirty="0"/>
              <a:t>→</a:t>
            </a:r>
            <a:r>
              <a:rPr lang="pt-PT" sz="1400" dirty="0"/>
              <a:t> Imagens giram infinitamente no lado esquerdo; ao passar o mouse, a rotação para e mostra detalhes do card. Efeito visual chamativo que destaca conteúdos importantes.</a:t>
            </a:r>
          </a:p>
          <a:p>
            <a:pPr algn="just"/>
            <a:r>
              <a:rPr lang="pt-PT" sz="1800" b="1" dirty="0"/>
              <a:t>Carrossel página contactos </a:t>
            </a:r>
            <a:r>
              <a:rPr lang="pt-PT" sz="1400" b="1" dirty="0"/>
              <a:t>→</a:t>
            </a:r>
            <a:r>
              <a:rPr lang="pt-PT" sz="1400" dirty="0"/>
              <a:t> Transições suaves em 3D, facilitando a visualização de múltiplas imagens de forma interativa.</a:t>
            </a:r>
          </a:p>
          <a:p>
            <a:pPr algn="just"/>
            <a:r>
              <a:rPr lang="pt-PT" sz="1800" b="1" dirty="0"/>
              <a:t>TechBot interativo </a:t>
            </a:r>
            <a:r>
              <a:rPr lang="pt-PT" sz="1400" b="1" dirty="0"/>
              <a:t>→</a:t>
            </a:r>
            <a:r>
              <a:rPr lang="pt-PT" sz="1400" dirty="0"/>
              <a:t> Segue o cursor, fala sobre a página atual e possui três botões de interação, tornando a navegação divertida e intuitiva.</a:t>
            </a:r>
          </a:p>
          <a:p>
            <a:pPr algn="just"/>
            <a:r>
              <a:rPr lang="pt-PT" sz="1800" b="1" dirty="0"/>
              <a:t>Cards animados </a:t>
            </a:r>
            <a:r>
              <a:rPr lang="pt-PT" sz="1400" b="1" dirty="0"/>
              <a:t>→</a:t>
            </a:r>
            <a:r>
              <a:rPr lang="pt-PT" sz="1400" dirty="0"/>
              <a:t> Informações sobre áreas da robótica aparecem com animações; ao passar o mouse, mais detalhes são exibidos, ajudando o usuário a entender melhor os conteúdos.</a:t>
            </a:r>
          </a:p>
          <a:p>
            <a:pPr algn="just"/>
            <a:r>
              <a:rPr lang="pt-PT" sz="1800" b="1" dirty="0"/>
              <a:t>Conta de usuário </a:t>
            </a:r>
            <a:r>
              <a:rPr lang="pt-PT" sz="1400" b="1" dirty="0"/>
              <a:t>→</a:t>
            </a:r>
            <a:r>
              <a:rPr lang="pt-PT" sz="1400" dirty="0"/>
              <a:t> Registo simples com foto de perfil, permitindo personalização e fácil acesso às funcionalidades do site.</a:t>
            </a:r>
          </a:p>
          <a:p>
            <a:pPr algn="just"/>
            <a:r>
              <a:rPr lang="pt-PT" sz="1800" b="1" dirty="0"/>
              <a:t>Quiz educativo </a:t>
            </a:r>
            <a:r>
              <a:rPr lang="pt-PT" sz="1400" b="1" dirty="0"/>
              <a:t>→</a:t>
            </a:r>
            <a:r>
              <a:rPr lang="pt-PT" sz="1400" dirty="0"/>
              <a:t> Testa conhecimentos do usuário de forma interativa, incentivando aprendizado e revisão do conteúdo.</a:t>
            </a:r>
          </a:p>
          <a:p>
            <a:pPr algn="just"/>
            <a:r>
              <a:rPr lang="pt-PT" sz="1800" b="1" dirty="0"/>
              <a:t>Responsividade</a:t>
            </a:r>
            <a:r>
              <a:rPr lang="pt-PT" sz="1400" b="1" dirty="0"/>
              <a:t> →</a:t>
            </a:r>
            <a:r>
              <a:rPr lang="pt-PT" sz="1400" dirty="0"/>
              <a:t> Site funciona bem em qualquer dispositivo, garantindo uma boa experiência em PCs, tablets e celulares.</a:t>
            </a:r>
          </a:p>
          <a:p>
            <a:endParaRPr lang="pt-PT" sz="1400" dirty="0"/>
          </a:p>
        </p:txBody>
      </p:sp>
    </p:spTree>
    <p:extLst>
      <p:ext uri="{BB962C8B-B14F-4D97-AF65-F5344CB8AC3E}">
        <p14:creationId xmlns:p14="http://schemas.microsoft.com/office/powerpoint/2010/main" val="168668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1C7C-4F57-8BCF-0A61-C4AE1AAF2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Importância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30752-77D1-BD47-4334-EB141839C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090" y="2097088"/>
            <a:ext cx="9905999" cy="35417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pt-PT" dirty="0"/>
            </a:br>
            <a:r>
              <a:rPr lang="pt-PT" dirty="0"/>
              <a:t>O site é um recurso essencial porque centraliza informações de forma clara e acessível, facilitando o aprendizado, a consulta e a tomada de decisões pelos utilizadores. Ao combinar design intuitivo e interatividade, promove maior engajamento do público e torna a experiência de navegação mais eficiente. Além disso, a utilização de tecnologias abertas permite futuras atualizações e ampliações, garantindo a adaptabilidade e a sustentabilidade do projeto em diferentes contextos.</a:t>
            </a:r>
          </a:p>
        </p:txBody>
      </p:sp>
    </p:spTree>
    <p:extLst>
      <p:ext uri="{BB962C8B-B14F-4D97-AF65-F5344CB8AC3E}">
        <p14:creationId xmlns:p14="http://schemas.microsoft.com/office/powerpoint/2010/main" val="66580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4E5C-D955-1A0E-3F2A-F28C23DC8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TIPOLOGIA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2E5D3-9E43-5294-2FB4-E0362DACB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A tipologia do site é informativa e interativa, unindo conteúdos claros com recursos que incentivam a participação ativa do utilizador. Em vez de apenas apresentar informação, o site oferece elementos visuais e funcionalidades dinâmicas que tornam a navegação personalizada e envolvente. Assim, o utilizador aprende de forma mais eficaz e participa ativamente, transformando o site numa ferramenta prática de consulta e interação.</a:t>
            </a:r>
          </a:p>
        </p:txBody>
      </p:sp>
    </p:spTree>
    <p:extLst>
      <p:ext uri="{BB962C8B-B14F-4D97-AF65-F5344CB8AC3E}">
        <p14:creationId xmlns:p14="http://schemas.microsoft.com/office/powerpoint/2010/main" val="12206335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DA-ABB1-3FB7-3648-6811E083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200" dirty="0"/>
              <a:t>Vantagens do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11440-7124-63A8-0231-2FEECB94F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38130"/>
            <a:ext cx="8231188" cy="3965713"/>
          </a:xfrm>
        </p:spPr>
        <p:txBody>
          <a:bodyPr>
            <a:normAutofit fontScale="92500"/>
          </a:bodyPr>
          <a:lstStyle/>
          <a:p>
            <a:r>
              <a:rPr lang="pt-PT" sz="1400" b="1" dirty="0"/>
              <a:t>Conteúdo educativo</a:t>
            </a:r>
            <a:r>
              <a:rPr lang="pt-PT" sz="1400" dirty="0"/>
              <a:t> – Explica conceitos de robótica e IA de forma clara e organizada.</a:t>
            </a:r>
          </a:p>
          <a:p>
            <a:r>
              <a:rPr lang="pt-PT" sz="1400" b="1" dirty="0"/>
              <a:t>Interatividade</a:t>
            </a:r>
            <a:r>
              <a:rPr lang="pt-PT" sz="1400" dirty="0"/>
              <a:t> – Funcionalidades como quizzes, workshops e menus dinâmicos envolvem o usuário.</a:t>
            </a:r>
          </a:p>
          <a:p>
            <a:r>
              <a:rPr lang="pt-PT" sz="1400" b="1" dirty="0"/>
              <a:t>Design moderno e futurista</a:t>
            </a:r>
            <a:r>
              <a:rPr lang="pt-PT" sz="1400" dirty="0"/>
              <a:t> – Visual atraente com imagens e elementos tecnológicos que prendem a atenção.</a:t>
            </a:r>
          </a:p>
          <a:p>
            <a:r>
              <a:rPr lang="pt-PT" sz="1400" b="1" dirty="0"/>
              <a:t>Aprendizado acessível</a:t>
            </a:r>
            <a:r>
              <a:rPr lang="pt-PT" sz="1400" dirty="0"/>
              <a:t> – Seções bem estruturadas facilitam a compreensão dos temas.</a:t>
            </a:r>
          </a:p>
          <a:p>
            <a:r>
              <a:rPr lang="pt-PT" sz="1400" b="1" dirty="0"/>
              <a:t>Navegação intuitiva</a:t>
            </a:r>
            <a:r>
              <a:rPr lang="pt-PT" sz="1400" dirty="0"/>
              <a:t> – Menus claros e organização lógica tornam a experiência fácil e agradável.</a:t>
            </a:r>
          </a:p>
          <a:p>
            <a:r>
              <a:rPr lang="pt-PT" sz="1400" b="1" dirty="0"/>
              <a:t>Compatibilidade com dispositivos</a:t>
            </a:r>
            <a:r>
              <a:rPr lang="pt-PT" sz="1400" dirty="0"/>
              <a:t> – Funciona em computadores, tablets e celulares sem perda de qualidade.</a:t>
            </a:r>
          </a:p>
          <a:p>
            <a:r>
              <a:rPr lang="pt-PT" sz="1400" b="1" dirty="0"/>
              <a:t>Acesso público</a:t>
            </a:r>
            <a:r>
              <a:rPr lang="pt-PT" sz="1400" dirty="0"/>
              <a:t> – Hospedagem web permite que qualquer pessoa acesse o conteúdo rapidamente.</a:t>
            </a:r>
          </a:p>
          <a:p>
            <a:r>
              <a:rPr lang="pt-PT" sz="1400" b="1" dirty="0"/>
              <a:t>Estímulo à curiosidade</a:t>
            </a:r>
            <a:r>
              <a:rPr lang="pt-PT" sz="1400" dirty="0"/>
              <a:t> – Recursos interativos incentivam a exploração e o interesse pela tecnologia.</a:t>
            </a:r>
          </a:p>
          <a:p>
            <a:r>
              <a:rPr lang="pt-PT" sz="1400" b="1" dirty="0"/>
              <a:t>Integração visual e textual</a:t>
            </a:r>
            <a:r>
              <a:rPr lang="pt-PT" sz="1400" dirty="0"/>
              <a:t> – Combina imagens, animações e textos, reforçando o aprendizado.</a:t>
            </a:r>
          </a:p>
          <a:p>
            <a:r>
              <a:rPr lang="pt-PT" sz="1400" b="1" dirty="0"/>
              <a:t>Potencial de evolução</a:t>
            </a:r>
            <a:r>
              <a:rPr lang="pt-PT" sz="1400" dirty="0"/>
              <a:t> – Estrutura permite futuras melhorias, como integração de banco de dados e novas funcionalidades.</a:t>
            </a:r>
          </a:p>
        </p:txBody>
      </p:sp>
    </p:spTree>
    <p:extLst>
      <p:ext uri="{BB962C8B-B14F-4D97-AF65-F5344CB8AC3E}">
        <p14:creationId xmlns:p14="http://schemas.microsoft.com/office/powerpoint/2010/main" val="39325910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22A66-B912-0250-DDAB-9C16A16D0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50162"/>
            <a:ext cx="9905998" cy="1269916"/>
          </a:xfrm>
        </p:spPr>
        <p:txBody>
          <a:bodyPr/>
          <a:lstStyle/>
          <a:p>
            <a:r>
              <a:rPr lang="pt-PT" dirty="0"/>
              <a:t>Desvantagens do site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B5EC6-1BBA-D93E-BBE8-F1F42C4CD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19470"/>
            <a:ext cx="7863439" cy="4701207"/>
          </a:xfrm>
        </p:spPr>
        <p:txBody>
          <a:bodyPr>
            <a:normAutofit fontScale="77500" lnSpcReduction="20000"/>
          </a:bodyPr>
          <a:lstStyle/>
          <a:p>
            <a:r>
              <a:rPr lang="pt-PT" b="1" dirty="0"/>
              <a:t>Sem backend seguro</a:t>
            </a:r>
            <a:r>
              <a:rPr lang="pt-PT" dirty="0"/>
              <a:t> – Dados dos usuários ficam apenas no Local Storage, limitando funcionalidades e segurança.</a:t>
            </a:r>
          </a:p>
          <a:p>
            <a:r>
              <a:rPr lang="pt-PT" b="1" dirty="0"/>
              <a:t>Workshops indisponíveis</a:t>
            </a:r>
            <a:r>
              <a:rPr lang="pt-PT" dirty="0"/>
              <a:t> – A ausência desta funcionalidade impede atividades práticas e reduz o potencial educativo.</a:t>
            </a:r>
          </a:p>
          <a:p>
            <a:r>
              <a:rPr lang="pt-PT" b="1" dirty="0"/>
              <a:t>Hospedagem gratuita</a:t>
            </a:r>
            <a:r>
              <a:rPr lang="pt-PT" dirty="0"/>
              <a:t> – GitHub Pages limita armazenamento, tempo de carregamento e recursos do servidor.</a:t>
            </a:r>
          </a:p>
          <a:p>
            <a:r>
              <a:rPr lang="pt-PT" b="1" dirty="0"/>
              <a:t>Performance sensível</a:t>
            </a:r>
            <a:r>
              <a:rPr lang="pt-PT" dirty="0"/>
              <a:t> – Imagens pesadas e animações complexas podem tornar o site mais lento em dispositivos com menor capacidade.</a:t>
            </a:r>
          </a:p>
          <a:p>
            <a:r>
              <a:rPr lang="pt-PT" b="1" dirty="0"/>
              <a:t>Acessibilidade limitada</a:t>
            </a:r>
            <a:r>
              <a:rPr lang="pt-PT" dirty="0"/>
              <a:t> – Usuários com necessidades especiais podem ter dificuldades se normas como WCAG não forem totalmente implementadas.</a:t>
            </a:r>
          </a:p>
          <a:p>
            <a:r>
              <a:rPr lang="pt-PT" b="1" dirty="0"/>
              <a:t>Funcionalidades limitadas</a:t>
            </a:r>
            <a:r>
              <a:rPr lang="pt-PT" dirty="0"/>
              <a:t> – Sem backend, não é possível criar contas completas, guardar histórico ou personalizar totalmente a experiência do usuário.</a:t>
            </a:r>
          </a:p>
        </p:txBody>
      </p:sp>
    </p:spTree>
    <p:extLst>
      <p:ext uri="{BB962C8B-B14F-4D97-AF65-F5344CB8AC3E}">
        <p14:creationId xmlns:p14="http://schemas.microsoft.com/office/powerpoint/2010/main" val="185664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25D1-8427-B192-C94F-63E5D8F99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Ánalise swot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36A2EA-8830-07CA-1EB7-7C1D57537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6253638"/>
              </p:ext>
            </p:extLst>
          </p:nvPr>
        </p:nvGraphicFramePr>
        <p:xfrm>
          <a:off x="1141413" y="2514600"/>
          <a:ext cx="9905998" cy="1920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52999">
                  <a:extLst>
                    <a:ext uri="{9D8B030D-6E8A-4147-A177-3AD203B41FA5}">
                      <a16:colId xmlns:a16="http://schemas.microsoft.com/office/drawing/2014/main" val="568710914"/>
                    </a:ext>
                  </a:extLst>
                </a:gridCol>
                <a:gridCol w="4952999">
                  <a:extLst>
                    <a:ext uri="{9D8B030D-6E8A-4147-A177-3AD203B41FA5}">
                      <a16:colId xmlns:a16="http://schemas.microsoft.com/office/drawing/2014/main" val="929101100"/>
                    </a:ext>
                  </a:extLst>
                </a:gridCol>
              </a:tblGrid>
              <a:tr h="3627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2400" b="1" dirty="0"/>
                        <a:t>Forças</a:t>
                      </a:r>
                      <a:endParaRPr lang="pt-PT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2400" b="1" dirty="0"/>
                        <a:t>Fraquezas</a:t>
                      </a:r>
                      <a:endParaRPr lang="pt-PT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395649"/>
                  </a:ext>
                </a:extLst>
              </a:tr>
              <a:tr h="362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Design moderno e futurista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Sem backend seguro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777824"/>
                  </a:ext>
                </a:extLst>
              </a:tr>
              <a:tr h="362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Conteúdo educativo e organizado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Workshops e interações limitadas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78309"/>
                  </a:ext>
                </a:extLst>
              </a:tr>
              <a:tr h="362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Interatividade (TechBot, quizzes, carrosséis)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Dependência de Local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4044600"/>
                  </a:ext>
                </a:extLst>
              </a:tr>
              <a:tr h="362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Acesso fácil e responsivo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dirty="0"/>
                        <a:t>Hospedagem gratuita com limitações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6530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E46C43-F390-B854-90EB-3F096A7B5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855723"/>
              </p:ext>
            </p:extLst>
          </p:nvPr>
        </p:nvGraphicFramePr>
        <p:xfrm>
          <a:off x="1141411" y="4343400"/>
          <a:ext cx="9906000" cy="1493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2047659417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8242525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2000" b="1" dirty="0"/>
                        <a:t>Oportunidades</a:t>
                      </a:r>
                      <a:endParaRPr lang="pt-PT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sz="2000" b="1" dirty="0"/>
                        <a:t>Ameaças</a:t>
                      </a:r>
                      <a:endParaRPr lang="pt-PT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528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dirty="0"/>
                        <a:t>Integrar backend e novas funcionalidades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Performance limitada em dispositivos fracos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565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Expandir conteúdo educativo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Concorrência com outras plataformas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3468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Melhorar acessibilidade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dirty="0"/>
                        <a:t>Risco de perda de dados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628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8935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E968-77C1-BB18-48F7-42163DD7B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conclusão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BE1A1-9B59-8E46-126C-2D649DE07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O site oferece </a:t>
            </a:r>
            <a:r>
              <a:rPr lang="pt-PT" b="1" dirty="0"/>
              <a:t>design futurista, interatividade e conteúdo educativo</a:t>
            </a:r>
            <a:r>
              <a:rPr lang="pt-PT" dirty="0"/>
              <a:t>, tornando a navegação envolvente e o aprendizado mais fácil. Recursos como </a:t>
            </a:r>
            <a:r>
              <a:rPr lang="pt-PT" b="1" dirty="0"/>
              <a:t>carrosséis, cards animados, TechBot e quizzes</a:t>
            </a:r>
            <a:r>
              <a:rPr lang="pt-PT" dirty="0"/>
              <a:t> tornam a experiência prática e interessante. Apesar de limitações como </a:t>
            </a:r>
            <a:r>
              <a:rPr lang="pt-PT" b="1" dirty="0"/>
              <a:t>falta de backend, uso de Local Storage, hospedagem gratuita e acessibilidade parcial</a:t>
            </a:r>
            <a:r>
              <a:rPr lang="pt-PT" dirty="0"/>
              <a:t>, o site é eficaz, visualmente atraente e possui grande </a:t>
            </a:r>
            <a:r>
              <a:rPr lang="pt-PT" b="1" dirty="0"/>
              <a:t>potencial de crescimento</a:t>
            </a:r>
            <a:r>
              <a:rPr lang="pt-P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44847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558</TotalTime>
  <Words>1256</Words>
  <Application>Microsoft Office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Tw Cen MT</vt:lpstr>
      <vt:lpstr>Circuit</vt:lpstr>
      <vt:lpstr>Robotica futurista</vt:lpstr>
      <vt:lpstr>Integrantes do grupo</vt:lpstr>
      <vt:lpstr>introdução</vt:lpstr>
      <vt:lpstr>Problemas encontrados</vt:lpstr>
      <vt:lpstr>justificativa</vt:lpstr>
      <vt:lpstr>objectivos</vt:lpstr>
      <vt:lpstr>Estilo do site</vt:lpstr>
      <vt:lpstr>Funcionalidade</vt:lpstr>
      <vt:lpstr>Importância</vt:lpstr>
      <vt:lpstr>TIPOLOGIA</vt:lpstr>
      <vt:lpstr>Vantagens do site</vt:lpstr>
      <vt:lpstr>Desvantagens do site </vt:lpstr>
      <vt:lpstr>Ánalise swot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Arsenio Sebastião</dc:creator>
  <cp:lastModifiedBy>Arsenio Sebastião</cp:lastModifiedBy>
  <cp:revision>17</cp:revision>
  <dcterms:created xsi:type="dcterms:W3CDTF">2025-11-24T13:45:51Z</dcterms:created>
  <dcterms:modified xsi:type="dcterms:W3CDTF">2025-11-28T02:52:40Z</dcterms:modified>
</cp:coreProperties>
</file>